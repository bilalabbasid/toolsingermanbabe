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284C7"/>
                </a:solidFill>
              </a:rPr>
              <a:t>CoolWave PPTX Präsentation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Folie 1: Automatische Konvertierungs-Verifikation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2026-09-15T15:07:55Z</dcterms:created>
  <dcterms:modified xsi:type="dcterms:W3CDTF">2026-09-15T15:07:55Z</dcterms:modified>
</cp:coreProperties>
</file>